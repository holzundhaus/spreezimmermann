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zimmermann.wordpress.com/2026/10/26/holzterrasse-angebot-vorbereiten-klaerungen/" TargetMode="External"/><Relationship Id="rId3" Type="http://schemas.openxmlformats.org/officeDocument/2006/relationships/hyperlink" Target="https://holzundhaus.github.io/spreezimmermann/dateien/minimax-772e3feedaf37760f5b5557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Wunsch zur Holzterrasse: Diese Klärungen braucht es vor einem belastbaren Angebot · Erklärende Präsentation</a:t>
            </a:r>
          </a:p>
        </p:txBody>
      </p:sp>
      <p:sp>
        <p:nvSpPr>
          <p:cNvPr id="3" name="Content Placeholder 2"/>
          <p:cNvSpPr>
            <a:spLocks noGrp="1"/>
          </p:cNvSpPr>
          <p:nvPr>
            <p:ph idx="1"/>
          </p:nvPr>
        </p:nvSpPr>
        <p:spPr/>
        <p:txBody>
          <a:bodyPr/>
          <a:lstStyle/>
          <a:p>
            <a:r>
              <a:t>Überblick: Eine belastbare Anfrage für eine Holzterrasse beginnt nicht mit Holzarten oder Katalogbildern, sondern mit einer klaren Bestandsaufnahme. Fläche, Höhen, Untergrund, Entwässerung, Nutzung und vorhandene Bauteile bestimmen den voraussichtlichen Aufbau. Der folgende Leitfaden zeigt, welche Angaben vor dem Angebot vorliegen sollten und welche Themen getrennt zu klären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 und Maße vollständig erfassen</a:t>
            </a:r>
          </a:p>
        </p:txBody>
      </p:sp>
      <p:sp>
        <p:nvSpPr>
          <p:cNvPr id="3" name="Content Placeholder 2"/>
          <p:cNvSpPr>
            <a:spLocks noGrp="1"/>
          </p:cNvSpPr>
          <p:nvPr>
            <p:ph idx="1"/>
          </p:nvPr>
        </p:nvSpPr>
        <p:spPr/>
        <p:txBody>
          <a:bodyPr/>
          <a:lstStyle/>
          <a:p>
            <a:pPr>
              <a:defRPr sz="1800"/>
            </a:pPr>
            <a:r>
              <a:t>Notieren Sie zunächst den Bauort in Berlin sowie das geplante Bauteil und eine kurze Beschreibung des Vorhabens. Für die Flächenplanung werden Länge und Breite der Terrasse, Winkel, Treppenstufen oder sonstige Besonderheiten benötigt. Wichtig sind außerdem die aktuellen Höhen an Türen und Fassaden sowie der gewünschte Endzustand einschließlich Belag. Fotos und einfache Skizzen helfen dabei, räumliche Zusammenhänge nachvollziehbar zu machen. Weitereführende Angaben zur Holzterrasse in Berlin finden sich auf der Leistungsseite zur Holzterrasse.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und Entwässerung prüfen</a:t>
            </a:r>
          </a:p>
        </p:txBody>
      </p:sp>
      <p:sp>
        <p:nvSpPr>
          <p:cNvPr id="3" name="Content Placeholder 2"/>
          <p:cNvSpPr>
            <a:spLocks noGrp="1"/>
          </p:cNvSpPr>
          <p:nvPr>
            <p:ph idx="1"/>
          </p:nvPr>
        </p:nvSpPr>
        <p:spPr/>
        <p:txBody>
          <a:bodyPr/>
          <a:lstStyle/>
          <a:p>
            <a:pPr>
              <a:defRPr sz="1800"/>
            </a:pPr>
            <a:r>
              <a:t>Der Untergrund beeinflusst Aufbau, Unterkonstruktion und Gesamtaufwand. Beschreiben Sie deshalb, ob die Fläche aus Erdreich, Betonplatte, vorhandenem Belag oder einer anderen Oberfläche besteht. Beziehen Sie Verdichtung, Gefälle, vorhandene Abläufe und mögliche Senken ein. Stehende Feuchtigkeit lässt sich nicht zuverlässig durch die Wahl eines scheinbar robusteren Holzes lösen; die Unterkonstruktion braucht tragfähige und zum Untergrund passende Auflager. Halten Sie außerdem fest, wie Material auf die Baustelle gelangt und wo es zwischenzeitlich gelagert werden kann.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und Oberfläche gemeinsam betrachten</a:t>
            </a:r>
          </a:p>
        </p:txBody>
      </p:sp>
      <p:sp>
        <p:nvSpPr>
          <p:cNvPr id="3" name="Content Placeholder 2"/>
          <p:cNvSpPr>
            <a:spLocks noGrp="1"/>
          </p:cNvSpPr>
          <p:nvPr>
            <p:ph idx="1"/>
          </p:nvPr>
        </p:nvSpPr>
        <p:spPr/>
        <p:txBody>
          <a:bodyPr/>
          <a:lstStyle/>
          <a:p>
            <a:pPr>
              <a:defRPr sz="1800"/>
            </a:pPr>
            <a:r>
              <a:t>Holzart, Sortierung und Oberflächenbearbeitung sollten zur tatsächlichen Nutzung passen. Entscheidend sind beispielsweise Barfußnutzung, schwere Pflanztröge, Grill oder Sonnenschirmständer. Auch Verschattung durch Markisen, Bepflanzung oder feste Bauteile beeinflusst das Abtrocknen. Direkte Sonne, Schlagregenseite, Wind und Laubanfall gehören ebenfalls zur Einordnung. Beschreiben Sie zudem, welchen Pflegeaufwand Sie realistisch wünschen und wie gut die Fläche für Reinigung und spätere treatments erreichbar bleibt. Feuchtewechsel können Holz verändern und die Farbwirkung beeinflussen, weshalb eine isolierte Festlegung der Holzart wenig weiterh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und Oberfläche gemeinsam betrachten</a:t>
            </a:r>
          </a:p>
        </p:txBody>
      </p:sp>
      <p:sp>
        <p:nvSpPr>
          <p:cNvPr id="3" name="Content Placeholder 2"/>
          <p:cNvSpPr>
            <a:spLocks noGrp="1"/>
          </p:cNvSpPr>
          <p:nvPr>
            <p:ph idx="1"/>
          </p:nvPr>
        </p:nvSpPr>
        <p:spPr/>
        <p:txBody>
          <a:bodyPr/>
          <a:lstStyle/>
          <a:p>
            <a:pPr>
              <a:defRPr sz="1800"/>
            </a:pPr>
            <a:r>
              <a:t>ilft.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und Anschlussbauteile dokumentieren</a:t>
            </a:r>
          </a:p>
        </p:txBody>
      </p:sp>
      <p:sp>
        <p:nvSpPr>
          <p:cNvPr id="3" name="Content Placeholder 2"/>
          <p:cNvSpPr>
            <a:spLocks noGrp="1"/>
          </p:cNvSpPr>
          <p:nvPr>
            <p:ph idx="1"/>
          </p:nvPr>
        </p:nvSpPr>
        <p:spPr/>
        <p:txBody>
          <a:bodyPr/>
          <a:lstStyle/>
          <a:p>
            <a:pPr>
              <a:defRPr sz="1800"/>
            </a:pPr>
            <a:r>
              <a:t>Erfassen Sie vorhandene Beläge, ihren Zustand, ihre Befestigung und einen möglichen Abbruchbedarf. Türen, Lichtschächte, Fallrohre und Mauerabdeckungen können den Aufbau beeinflussen und sollten deshalb in der Anfrage vorkommen. Klären Sie außerdem, ob Stützen, Stufen oder Podeste Teil des Auftrags sind. Eine ebenerdige Holzterrasse, eine Terrassenüberdachung und ein erhöhter Holzbalkon sind unterschiedliche Bauteile: Überdachungen benötigen eine eigene Abstimmung von Tragwerk, Stützen und Entwässerung, ein Balkon ein eigenes Trag- und Sicherungskonzept. Genehmigungsfragen sowie Pflegeprodukte sollten bei Bedarf getrennt geklärt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Anfrage als Planungsstand zusammenstellen</a:t>
            </a:r>
          </a:p>
        </p:txBody>
      </p:sp>
      <p:sp>
        <p:nvSpPr>
          <p:cNvPr id="3" name="Content Placeholder 2"/>
          <p:cNvSpPr>
            <a:spLocks noGrp="1"/>
          </p:cNvSpPr>
          <p:nvPr>
            <p:ph idx="1"/>
          </p:nvPr>
        </p:nvSpPr>
        <p:spPr/>
        <p:txBody>
          <a:bodyPr/>
          <a:lstStyle/>
          <a:p>
            <a:pPr>
              <a:defRPr sz="1800"/>
            </a:pPr>
            <a:r>
              <a:t>Eine gute Erstinformation enthält den Bauort, das Bauteil, eine kurze Vorhabensbeschreibung, Maße, Türhöhen und Fotos des Untergrunds. Ergänzen Sie Angaben zu Nutzung, Verschattung, gewünschter Oberfläche, vorhandenem Bestand, Abbruch, Entwässerung, Zugänglichkeit und gewünschtem Pflegeniveau. Planunterlagen, Skizzen und offene Fragen machen außerdem sichtbar, welcher Stand bereits geklärt ist und wo noch Entscheidungen fehlen. So lässt sich der vorhandene Projektstand realistisch einschätzen, ohne dass Standardmaße oder Annahmen die Aussagekraft des Angebots verwässern.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Vom Wunsch zur Holzterrasse: Diese Klärungen braucht es vor einem belastbaren Angebot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